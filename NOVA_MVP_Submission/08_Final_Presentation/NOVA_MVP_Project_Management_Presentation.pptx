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NOVA MVP — Software Launch Plan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End-to-End Project Management Strategy &amp; Execution Framework</a:t>
            </a:r>
            <a:br/>
            <a:r>
              <a:t>Prepared by: Project Management Intern | Target Release: 10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Executive Summary &amp; Business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Product: NOVA — AI-Powered Team Productivity Platform (B2B SaaS).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Business Need: High-performing teams lack consolidated task tracking, velocity analytics, and automated AI priorities.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Target Objective: Plan, execute, and launch NOVA MVP within a strict 10-week execution window (5 Agile Sprints).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Team Allocation: 10 Cross-Functional Headcount (1 PM, 1 Prod Mgr, 1 UI/UX, 2 Flutter, 2 Frontend, 2 Backend, 1 QA, 1 DevOps).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Key Milestone: 100% on-time release with zero P0 critical bugs and &gt;90% feature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Product Backlog &amp; Prioritization (MoSCoW + RICE)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Structured Backlog: 19 User Stories organized across 6 Core Epics (Auth, Project Mgmt, Task Engine, Team RBAC, Dashboard, AI Insights).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RICE Scoring Formula: (Reach x Impact x Confidence) / Effort evaluated for data-driven prioritization.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P0 Must-Haves (12 Stories): Core Auth, Project CRUD, Drag-and-Drop Task Kanban, Member Roles, Executive KPI cards.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P1 Should-Haves (6 Stories): Forgot password, Task comments, Alerts engine, AI task recommendation MVP.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P2 Could-Haves (1 Story): Advanced custom dashboard theme settings (deferred to V1.1).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10-Week Master Roadmap &amp; Agile Sprints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Sprint 1 (Weeks 1-2): Requirements, Auth APIs, DB Schemas, Figma UI Design Kit.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Sprint 2 (Weeks 3-4): Workspace Engine, Project CRUD, Team Invites &amp; Member RBAC.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Sprint 3 (Weeks 5-6): Task Management Engine, Drag-and-Drop Kanban, Task Comments.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Sprint 4 (Weeks 7-8): Executive KPI Dashboard, Alerts Worker, Rule-Based AI Engine.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Sprint 5 (Weeks 9-10): QA Hardening, 10 UAT Scenarios, Security Audit, AWS Cloud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Resource Planning &amp; RACI Governance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Accountable (A): Product Manager owns feature scope; PM Intern owns schedule, RACI &amp; risks.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Responsible (R): Engineering Lead (Architecture), Backend/Frontend Devs (Code), QA Lead (Testing), DevOps (Infra).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Capacity Formula: 10 Headcount x 80 hrs/sprint x 80% Focal Factor = 640 Gross Hours (~40 Story Points/Sprint).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Workload Balancing: Front-loaded UI/UX in Sprint 1; QA testing automated continuously across Sprints 2-5.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Risk Management &amp; Dependency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Risk Management: 10 risks scored on Likelihood (1-5) x Impact (1-5); proactive mitigations assigned.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Critical Risk R-01 (Backend API Delay): Mitigated by pairing backend devs &amp; providing mock JSON stubs to frontend.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High Risk R-03 (Sprint 5 QA Bottleneck): Mitigated by mandating developer unit tests &amp; automated API regression.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Dependency Tracker: 12 technical dependencies tracked across DB schemas, UI kits, AWS infrastructure, and store approvals.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Case Study: Change Request CR-001 (Week 6 AI Feature)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Request: Management requested 'AI Task Recommendations' in MVP during Week 6.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Impact Analysis: Analyzed across Scope (+5 Pts), Timeline (+2 wks risk), Cost, Quality, and Resources.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Trade-Off Evaluation: Evaluated 4 Options using a Weighted Decision Matrix (Schedule 30%, Quality 25%, Value 20%).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Recommended Solution (Option D): Phased Rule-Based AI Engine Scope Swap (swapping out non-critical email digest to V1.1).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Outcome: Delivered AI feature in MVP while keeping Week 10 release date 100% intact!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Executive Project Health Dashboard (Week 4 Snapshot)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Overall RAG Status: ON TRACK 🟢 (Schedule Performance Index SPI = 1.05, Cost CPI = 1.00).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Progress Metrics: 42% overall completion (53 / 110 Story Points delivered; 86 tasks completed).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Interactive Web Dashboard: Produced 'dashboard.html' featuring dynamic filters, KPI cards, and risk heatmaps.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Live Product Mockup: Developed 'nova_app_demo.html' interactive dark-mode SaaS web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User Acceptance Testing (UAT) &amp; Sign-Off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UAT Strategy: 5-Day testing window in Week 9 on AWS Staging environment with 6 external beta testers.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Test Suite: 10 detailed step-by-step test scenarios covering Auth, Project CRUD, Kanban, Comments, KPIs, AI, and Mobile.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Defect SLAs: P0 Blocker (&lt;4 hrs), P1 Critical (&lt;12 hrs), P2 Major (&lt;24 hrs).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Exit Benchmark: 100% scenario pass rate, 0 P0/P1 defects open, formal PM &amp; QA sign-off.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5-Pillar Launch Checklist &amp; War-Room Runbook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Product: 100% P0 features ready, zero blocker bugs, scope freeze enforced.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Technical: AWS ECS multi-AZ container cluster live, DB automated backups active, Sentry monitoring enabled.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Marketing &amp; Support: Landing page live, docs published, press release scheduled, SendGrid email drip active.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War-Room Execution: T-0 hour-by-hour runbook (06:00 AM DB Migration -&gt; 07:30 AM DNS Flip -&gt; 08:15 AM Smoke Tests -&gt; GO LIVE).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Sprint Retrospective &amp; Continuous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What Went Well: Cross-functional collaboration, MoSCoW prioritization, proactive scope management, fast API mock deployment.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What Needed Improvement: Initial DB schema complexity, QA bottleneck risk during mid-sprint code drops.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Action Items: Establish Swagger API contract freeze by Day 3 of each sprint; increase automated test coverage to 85%.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Summary &amp; Candidate Portfolio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Proven PM Competencies: Requirements breakdown, Agile sprint planning, EVM metrics, risk management, stakeholder comms.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Complete Deliverable Package: Excel Workbook, Interactive Web Dashboard, Product Mockup, 12-Slide Deck, 9 Reports.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Final Outcome: NOVA MVP launched on time, within budget, with high quality and recruiter-grade execution excellence!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